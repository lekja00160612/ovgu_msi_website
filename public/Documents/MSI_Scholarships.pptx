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8" r:id="rId2"/>
    <p:sldId id="257" r:id="rId3"/>
    <p:sldId id="259" r:id="rId4"/>
    <p:sldId id="261" r:id="rId5"/>
    <p:sldId id="256" r:id="rId6"/>
  </p:sldIdLst>
  <p:sldSz cx="12192000" cy="13320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002060"/>
    <a:srgbClr val="FF9D3B"/>
    <a:srgbClr val="E97705"/>
    <a:srgbClr val="C3CEDC"/>
    <a:srgbClr val="BFB6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>
        <p:scale>
          <a:sx n="32" d="100"/>
          <a:sy n="32" d="100"/>
        </p:scale>
        <p:origin x="1954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358B2-4051-4171-83C5-3FB6051AA755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016125" y="1143000"/>
            <a:ext cx="2825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B8CEB-E0FE-42A7-8ED2-550425A38B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84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B8CEB-E0FE-42A7-8ED2-550425A38B9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389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B8CEB-E0FE-42A7-8ED2-550425A38B9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259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B8CEB-E0FE-42A7-8ED2-550425A38B9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54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80034"/>
            <a:ext cx="10363200" cy="463758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996459"/>
            <a:ext cx="9144000" cy="321608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244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866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320931"/>
            <a:ext cx="10515600" cy="5541046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914398"/>
            <a:ext cx="10515600" cy="291390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551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546023"/>
            <a:ext cx="5181600" cy="84518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546023"/>
            <a:ext cx="5181600" cy="84518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69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09208"/>
            <a:ext cx="10515600" cy="257472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265426"/>
            <a:ext cx="5157787" cy="160033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865760"/>
            <a:ext cx="5157787" cy="7156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265426"/>
            <a:ext cx="5183188" cy="160033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865760"/>
            <a:ext cx="5183188" cy="7156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3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28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22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88048"/>
            <a:ext cx="3932237" cy="310816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17939"/>
            <a:ext cx="6172200" cy="946634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996214"/>
            <a:ext cx="3932237" cy="740348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8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88048"/>
            <a:ext cx="3932237" cy="310816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17939"/>
            <a:ext cx="6172200" cy="946634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996214"/>
            <a:ext cx="3932237" cy="740348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432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532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09204"/>
            <a:ext cx="2628900" cy="1128868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09204"/>
            <a:ext cx="7734300" cy="112886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7556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09208"/>
            <a:ext cx="10515600" cy="2574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546023"/>
            <a:ext cx="10515600" cy="8451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346330"/>
            <a:ext cx="2743200" cy="70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0FCBA-7FCA-467E-A697-BA11DB310D6D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346330"/>
            <a:ext cx="4114800" cy="70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346330"/>
            <a:ext cx="2743200" cy="70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3358B-7A3A-41FF-BE51-9D04264347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728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F7877A26-242E-B7D4-C5CF-A0DAFF3F73C7}"/>
              </a:ext>
            </a:extLst>
          </p:cNvPr>
          <p:cNvSpPr/>
          <p:nvPr/>
        </p:nvSpPr>
        <p:spPr>
          <a:xfrm>
            <a:off x="441326" y="4705384"/>
            <a:ext cx="11118850" cy="8420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660EEF2-5564-B30E-4B98-C3ABA6C00EA2}"/>
              </a:ext>
            </a:extLst>
          </p:cNvPr>
          <p:cNvSpPr/>
          <p:nvPr/>
        </p:nvSpPr>
        <p:spPr>
          <a:xfrm>
            <a:off x="488951" y="9914996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A3D1859-9E9E-FA4C-9FA3-1E143D0812CD}"/>
              </a:ext>
            </a:extLst>
          </p:cNvPr>
          <p:cNvSpPr/>
          <p:nvPr/>
        </p:nvSpPr>
        <p:spPr>
          <a:xfrm>
            <a:off x="488950" y="9148346"/>
            <a:ext cx="2343147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60EB2FC-C199-486E-CB6D-5513340AF190}"/>
              </a:ext>
            </a:extLst>
          </p:cNvPr>
          <p:cNvSpPr/>
          <p:nvPr/>
        </p:nvSpPr>
        <p:spPr>
          <a:xfrm>
            <a:off x="488951" y="8371664"/>
            <a:ext cx="2343146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 descr="Ein Bild, das Text, Gebäude, Luftfotografie, Städtebau enthält.&#10;&#10;KI-generierte Inhalte können fehlerhaft sein.">
            <a:extLst>
              <a:ext uri="{FF2B5EF4-FFF2-40B4-BE49-F238E27FC236}">
                <a16:creationId xmlns:a16="http://schemas.microsoft.com/office/drawing/2014/main" id="{8E7B2486-F73C-E760-9487-6CCB6A70D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1" y="400096"/>
            <a:ext cx="11118850" cy="4125692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842B8E50-E823-9CD9-F4C3-CC1866B80DE6}"/>
              </a:ext>
            </a:extLst>
          </p:cNvPr>
          <p:cNvSpPr txBox="1"/>
          <p:nvPr/>
        </p:nvSpPr>
        <p:spPr>
          <a:xfrm>
            <a:off x="441326" y="4886963"/>
            <a:ext cx="112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OPPORTUNITY AT VIETNAMESE-GERMAN UNIVERSITY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8948912-466D-2484-8D7C-1479CA6B6DC6}"/>
              </a:ext>
            </a:extLst>
          </p:cNvPr>
          <p:cNvSpPr txBox="1"/>
          <p:nvPr/>
        </p:nvSpPr>
        <p:spPr>
          <a:xfrm>
            <a:off x="488951" y="5704266"/>
            <a:ext cx="10674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This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scholarship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supports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talented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Materials Science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students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directly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at Vietnamese-German University.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It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is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designed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for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students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who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want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to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strengthen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academic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profile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,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deepen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scientific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skills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and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become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part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of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an international German-Vietnamese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academic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environment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within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study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program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at VGU.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C5833F4-5F5E-803D-1803-11D68377E354}"/>
              </a:ext>
            </a:extLst>
          </p:cNvPr>
          <p:cNvSpPr/>
          <p:nvPr/>
        </p:nvSpPr>
        <p:spPr>
          <a:xfrm>
            <a:off x="488951" y="7309088"/>
            <a:ext cx="11118850" cy="8824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698E293-49D5-1FC0-79B8-6460546EDFB4}"/>
              </a:ext>
            </a:extLst>
          </p:cNvPr>
          <p:cNvSpPr txBox="1"/>
          <p:nvPr/>
        </p:nvSpPr>
        <p:spPr>
          <a:xfrm>
            <a:off x="584199" y="7488684"/>
            <a:ext cx="112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FACTS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6245982-B791-93F8-FCF8-8BDBD5B74D16}"/>
              </a:ext>
            </a:extLst>
          </p:cNvPr>
          <p:cNvSpPr/>
          <p:nvPr/>
        </p:nvSpPr>
        <p:spPr>
          <a:xfrm>
            <a:off x="2984499" y="8371096"/>
            <a:ext cx="8601073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730303F-50F1-3607-8940-F8F4F4C7F085}"/>
              </a:ext>
            </a:extLst>
          </p:cNvPr>
          <p:cNvSpPr/>
          <p:nvPr/>
        </p:nvSpPr>
        <p:spPr>
          <a:xfrm>
            <a:off x="2984500" y="9159407"/>
            <a:ext cx="8601072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DBA2F70-D45D-76DA-B87B-BE3719F83154}"/>
              </a:ext>
            </a:extLst>
          </p:cNvPr>
          <p:cNvSpPr txBox="1"/>
          <p:nvPr/>
        </p:nvSpPr>
        <p:spPr>
          <a:xfrm>
            <a:off x="536574" y="9295097"/>
            <a:ext cx="494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DURATION:                12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months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B75CA85-1830-D0DB-0C7F-D9243088FDF3}"/>
              </a:ext>
            </a:extLst>
          </p:cNvPr>
          <p:cNvSpPr txBox="1"/>
          <p:nvPr/>
        </p:nvSpPr>
        <p:spPr>
          <a:xfrm>
            <a:off x="552447" y="8519486"/>
            <a:ext cx="6521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                         On-site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scholarship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VGU 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406FCB5-4DC4-49EC-15CD-FC0347112FDE}"/>
              </a:ext>
            </a:extLst>
          </p:cNvPr>
          <p:cNvSpPr/>
          <p:nvPr/>
        </p:nvSpPr>
        <p:spPr>
          <a:xfrm>
            <a:off x="2984499" y="9914996"/>
            <a:ext cx="8636001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7BFA277-BD6D-7E07-9271-C7D89C2A2D8C}"/>
              </a:ext>
            </a:extLst>
          </p:cNvPr>
          <p:cNvSpPr txBox="1"/>
          <p:nvPr/>
        </p:nvSpPr>
        <p:spPr>
          <a:xfrm>
            <a:off x="488951" y="10044396"/>
            <a:ext cx="9353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GROUP:      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strong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potential 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27A20D4-0BF1-CCD2-EC42-513C72E288B3}"/>
              </a:ext>
            </a:extLst>
          </p:cNvPr>
          <p:cNvSpPr/>
          <p:nvPr/>
        </p:nvSpPr>
        <p:spPr>
          <a:xfrm>
            <a:off x="2984499" y="11480900"/>
            <a:ext cx="8601073" cy="68339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CE036E8-A953-D0CC-32D1-E39F127CEA72}"/>
              </a:ext>
            </a:extLst>
          </p:cNvPr>
          <p:cNvSpPr/>
          <p:nvPr/>
        </p:nvSpPr>
        <p:spPr>
          <a:xfrm>
            <a:off x="488951" y="10689668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CB21092-C91E-AE4F-8E05-FA1F215B2592}"/>
              </a:ext>
            </a:extLst>
          </p:cNvPr>
          <p:cNvSpPr/>
          <p:nvPr/>
        </p:nvSpPr>
        <p:spPr>
          <a:xfrm>
            <a:off x="2984499" y="10689668"/>
            <a:ext cx="8636001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8B31904D-40CA-55BD-6210-277A47C4B014}"/>
              </a:ext>
            </a:extLst>
          </p:cNvPr>
          <p:cNvSpPr txBox="1"/>
          <p:nvPr/>
        </p:nvSpPr>
        <p:spPr>
          <a:xfrm>
            <a:off x="520699" y="1081941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SELECTION: </a:t>
            </a:r>
            <a:endParaRPr lang="de-DE" sz="2000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D3A4D7E-D147-B7BC-A44B-60D0C59F0D13}"/>
              </a:ext>
            </a:extLst>
          </p:cNvPr>
          <p:cNvSpPr txBox="1"/>
          <p:nvPr/>
        </p:nvSpPr>
        <p:spPr>
          <a:xfrm>
            <a:off x="3048000" y="1082003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Quality-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transparent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e-DE" sz="2000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63C141D-D7A6-0B17-2E30-6663B0B061C3}"/>
              </a:ext>
            </a:extLst>
          </p:cNvPr>
          <p:cNvSpPr/>
          <p:nvPr/>
        </p:nvSpPr>
        <p:spPr>
          <a:xfrm>
            <a:off x="488949" y="11505388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0CFED78-67B1-B1BB-710E-8BAC8655C127}"/>
              </a:ext>
            </a:extLst>
          </p:cNvPr>
          <p:cNvSpPr txBox="1"/>
          <p:nvPr/>
        </p:nvSpPr>
        <p:spPr>
          <a:xfrm>
            <a:off x="520699" y="11642087"/>
            <a:ext cx="1064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FOCUS:                       Academic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international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729A7EB3-2AB9-C67D-D364-6D95BE4D6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985" y="3535454"/>
            <a:ext cx="2349502" cy="86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35AC6612-F132-B03D-65F3-FDE5369502C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06" b="1"/>
          <a:stretch/>
        </p:blipFill>
        <p:spPr bwMode="auto">
          <a:xfrm>
            <a:off x="584199" y="3536576"/>
            <a:ext cx="1212534" cy="86041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5009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C5833F4-5F5E-803D-1803-11D68377E354}"/>
              </a:ext>
            </a:extLst>
          </p:cNvPr>
          <p:cNvSpPr/>
          <p:nvPr/>
        </p:nvSpPr>
        <p:spPr>
          <a:xfrm>
            <a:off x="488951" y="451088"/>
            <a:ext cx="11118850" cy="8824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698E293-49D5-1FC0-79B8-6460546EDFB4}"/>
              </a:ext>
            </a:extLst>
          </p:cNvPr>
          <p:cNvSpPr txBox="1"/>
          <p:nvPr/>
        </p:nvSpPr>
        <p:spPr>
          <a:xfrm>
            <a:off x="584199" y="630684"/>
            <a:ext cx="112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YOU APPLY?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6245982-B791-93F8-FCF8-8BDBD5B74D16}"/>
              </a:ext>
            </a:extLst>
          </p:cNvPr>
          <p:cNvSpPr/>
          <p:nvPr/>
        </p:nvSpPr>
        <p:spPr>
          <a:xfrm>
            <a:off x="488949" y="1610408"/>
            <a:ext cx="8601073" cy="219790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4708C87-846D-F491-5D3C-97F9281ADEF4}"/>
              </a:ext>
            </a:extLst>
          </p:cNvPr>
          <p:cNvSpPr txBox="1"/>
          <p:nvPr/>
        </p:nvSpPr>
        <p:spPr>
          <a:xfrm>
            <a:off x="552447" y="1758748"/>
            <a:ext cx="65214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ON YOUR STUDIES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support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concentrate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Materials Science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develpoment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VGU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29025A7-1C22-E0E7-249E-8A33C1766AE3}"/>
              </a:ext>
            </a:extLst>
          </p:cNvPr>
          <p:cNvSpPr/>
          <p:nvPr/>
        </p:nvSpPr>
        <p:spPr>
          <a:xfrm>
            <a:off x="488949" y="4065072"/>
            <a:ext cx="8601073" cy="219790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28CCC1A-B262-06B5-0BCC-A59B47771F9E}"/>
              </a:ext>
            </a:extLst>
          </p:cNvPr>
          <p:cNvSpPr txBox="1"/>
          <p:nvPr/>
        </p:nvSpPr>
        <p:spPr>
          <a:xfrm>
            <a:off x="552447" y="4213412"/>
            <a:ext cx="65214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AS A RESEARCHER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scientific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material-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75A4F93-BD1C-8CAE-CA76-831325E8ED24}"/>
              </a:ext>
            </a:extLst>
          </p:cNvPr>
          <p:cNvSpPr/>
          <p:nvPr/>
        </p:nvSpPr>
        <p:spPr>
          <a:xfrm>
            <a:off x="488949" y="6506692"/>
            <a:ext cx="8601073" cy="219790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E9630FE-7438-E52E-F8FC-88B1E0E6C3FA}"/>
              </a:ext>
            </a:extLst>
          </p:cNvPr>
          <p:cNvSpPr txBox="1"/>
          <p:nvPr/>
        </p:nvSpPr>
        <p:spPr>
          <a:xfrm>
            <a:off x="552447" y="6655032"/>
            <a:ext cx="65214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AN INTERNATIONAL PROFILE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German-Vietnamese University network and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strengthen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perspective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career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867C72D-EE6C-7569-C734-C1902A4CFF11}"/>
              </a:ext>
            </a:extLst>
          </p:cNvPr>
          <p:cNvSpPr/>
          <p:nvPr/>
        </p:nvSpPr>
        <p:spPr>
          <a:xfrm>
            <a:off x="488951" y="9071193"/>
            <a:ext cx="11118850" cy="8824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DE46761-FC25-3105-E806-FB21ACEE6EFA}"/>
              </a:ext>
            </a:extLst>
          </p:cNvPr>
          <p:cNvSpPr txBox="1"/>
          <p:nvPr/>
        </p:nvSpPr>
        <p:spPr>
          <a:xfrm>
            <a:off x="584199" y="9250789"/>
            <a:ext cx="112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ARE WE LOOKING FOR?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5B4B7DF-BDB5-0143-AC7B-D999A2E13797}"/>
              </a:ext>
            </a:extLst>
          </p:cNvPr>
          <p:cNvSpPr/>
          <p:nvPr/>
        </p:nvSpPr>
        <p:spPr>
          <a:xfrm>
            <a:off x="488949" y="10234008"/>
            <a:ext cx="5511801" cy="289144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8C69A27-C8EF-719B-5A49-583D57F21949}"/>
              </a:ext>
            </a:extLst>
          </p:cNvPr>
          <p:cNvSpPr/>
          <p:nvPr/>
        </p:nvSpPr>
        <p:spPr>
          <a:xfrm>
            <a:off x="6096000" y="10229850"/>
            <a:ext cx="5943600" cy="2891443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BE99813-083F-D10E-A0F1-589B695932EA}"/>
              </a:ext>
            </a:extLst>
          </p:cNvPr>
          <p:cNvSpPr txBox="1"/>
          <p:nvPr/>
        </p:nvSpPr>
        <p:spPr>
          <a:xfrm>
            <a:off x="546099" y="10311925"/>
            <a:ext cx="5226051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CANDIDATE PROFILE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Curious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reliable and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committed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enthusiastic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Materials Science, open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willing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their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learnig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4EDF841-0F1C-EAEB-5E72-E54FEF70BC33}"/>
              </a:ext>
            </a:extLst>
          </p:cNvPr>
          <p:cNvSpPr txBox="1"/>
          <p:nvPr/>
        </p:nvSpPr>
        <p:spPr>
          <a:xfrm>
            <a:off x="6191248" y="10322943"/>
            <a:ext cx="584835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Eligibility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Enrolled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Materials Science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VGU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excellent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scientific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excellent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English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engagement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plus</a:t>
            </a:r>
          </a:p>
        </p:txBody>
      </p:sp>
    </p:spTree>
    <p:extLst>
      <p:ext uri="{BB962C8B-B14F-4D97-AF65-F5344CB8AC3E}">
        <p14:creationId xmlns:p14="http://schemas.microsoft.com/office/powerpoint/2010/main" val="195499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A6B2FD46-2A52-49E5-900B-ABAF2AE97270}"/>
              </a:ext>
            </a:extLst>
          </p:cNvPr>
          <p:cNvSpPr/>
          <p:nvPr/>
        </p:nvSpPr>
        <p:spPr>
          <a:xfrm>
            <a:off x="488950" y="12268238"/>
            <a:ext cx="2343148" cy="8326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7877A26-242E-B7D4-C5CF-A0DAFF3F73C7}"/>
              </a:ext>
            </a:extLst>
          </p:cNvPr>
          <p:cNvSpPr/>
          <p:nvPr/>
        </p:nvSpPr>
        <p:spPr>
          <a:xfrm>
            <a:off x="441326" y="4620324"/>
            <a:ext cx="11118850" cy="8420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660EEF2-5564-B30E-4B98-C3ABA6C00EA2}"/>
              </a:ext>
            </a:extLst>
          </p:cNvPr>
          <p:cNvSpPr/>
          <p:nvPr/>
        </p:nvSpPr>
        <p:spPr>
          <a:xfrm>
            <a:off x="488951" y="9829936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A3D1859-9E9E-FA4C-9FA3-1E143D0812CD}"/>
              </a:ext>
            </a:extLst>
          </p:cNvPr>
          <p:cNvSpPr/>
          <p:nvPr/>
        </p:nvSpPr>
        <p:spPr>
          <a:xfrm>
            <a:off x="488950" y="9063286"/>
            <a:ext cx="2343147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60EB2FC-C199-486E-CB6D-5513340AF190}"/>
              </a:ext>
            </a:extLst>
          </p:cNvPr>
          <p:cNvSpPr/>
          <p:nvPr/>
        </p:nvSpPr>
        <p:spPr>
          <a:xfrm>
            <a:off x="488951" y="8286604"/>
            <a:ext cx="2343146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42B8E50-E823-9CD9-F4C3-CC1866B80DE6}"/>
              </a:ext>
            </a:extLst>
          </p:cNvPr>
          <p:cNvSpPr txBox="1"/>
          <p:nvPr/>
        </p:nvSpPr>
        <p:spPr>
          <a:xfrm>
            <a:off x="441326" y="4801903"/>
            <a:ext cx="112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OPPORTUNITY AT VIETNAMESE-GERMAN UNIVERSITY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8948912-466D-2484-8D7C-1479CA6B6DC6}"/>
              </a:ext>
            </a:extLst>
          </p:cNvPr>
          <p:cNvSpPr txBox="1"/>
          <p:nvPr/>
        </p:nvSpPr>
        <p:spPr>
          <a:xfrm>
            <a:off x="488951" y="5558246"/>
            <a:ext cx="106743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This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scholarship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addresses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talented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students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from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Cambodia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, Laos, Myanmar and Thailand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directly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at Vietnamese-German University.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It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is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designed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for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students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who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want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to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strengthen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academic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profile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,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deepen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scientific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skills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and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become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part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of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an international German-Vietnamese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academic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environment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within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study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program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at VGU.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C5833F4-5F5E-803D-1803-11D68377E354}"/>
              </a:ext>
            </a:extLst>
          </p:cNvPr>
          <p:cNvSpPr/>
          <p:nvPr/>
        </p:nvSpPr>
        <p:spPr>
          <a:xfrm>
            <a:off x="488951" y="7224028"/>
            <a:ext cx="11118850" cy="8824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698E293-49D5-1FC0-79B8-6460546EDFB4}"/>
              </a:ext>
            </a:extLst>
          </p:cNvPr>
          <p:cNvSpPr txBox="1"/>
          <p:nvPr/>
        </p:nvSpPr>
        <p:spPr>
          <a:xfrm>
            <a:off x="584199" y="7403624"/>
            <a:ext cx="112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FACTS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6245982-B791-93F8-FCF8-8BDBD5B74D16}"/>
              </a:ext>
            </a:extLst>
          </p:cNvPr>
          <p:cNvSpPr/>
          <p:nvPr/>
        </p:nvSpPr>
        <p:spPr>
          <a:xfrm>
            <a:off x="2984499" y="8286036"/>
            <a:ext cx="8601073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730303F-50F1-3607-8940-F8F4F4C7F085}"/>
              </a:ext>
            </a:extLst>
          </p:cNvPr>
          <p:cNvSpPr/>
          <p:nvPr/>
        </p:nvSpPr>
        <p:spPr>
          <a:xfrm>
            <a:off x="2984500" y="9074347"/>
            <a:ext cx="8601072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DBA2F70-D45D-76DA-B87B-BE3719F83154}"/>
              </a:ext>
            </a:extLst>
          </p:cNvPr>
          <p:cNvSpPr txBox="1"/>
          <p:nvPr/>
        </p:nvSpPr>
        <p:spPr>
          <a:xfrm>
            <a:off x="536574" y="9210037"/>
            <a:ext cx="9755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DURATION:                4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semesters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completely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covering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tuition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B75CA85-1830-D0DB-0C7F-D9243088FDF3}"/>
              </a:ext>
            </a:extLst>
          </p:cNvPr>
          <p:cNvSpPr txBox="1"/>
          <p:nvPr/>
        </p:nvSpPr>
        <p:spPr>
          <a:xfrm>
            <a:off x="552447" y="8434426"/>
            <a:ext cx="6521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                         On-site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scholarship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VGU 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406FCB5-4DC4-49EC-15CD-FC0347112FDE}"/>
              </a:ext>
            </a:extLst>
          </p:cNvPr>
          <p:cNvSpPr/>
          <p:nvPr/>
        </p:nvSpPr>
        <p:spPr>
          <a:xfrm>
            <a:off x="2984499" y="9829936"/>
            <a:ext cx="8623301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7BFA277-BD6D-7E07-9271-C7D89C2A2D8C}"/>
              </a:ext>
            </a:extLst>
          </p:cNvPr>
          <p:cNvSpPr txBox="1"/>
          <p:nvPr/>
        </p:nvSpPr>
        <p:spPr>
          <a:xfrm>
            <a:off x="488951" y="9959336"/>
            <a:ext cx="1067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GROUP:      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Cambodia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Laos, Myanmar and Thailand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27A20D4-0BF1-CCD2-EC42-513C72E288B3}"/>
              </a:ext>
            </a:extLst>
          </p:cNvPr>
          <p:cNvSpPr/>
          <p:nvPr/>
        </p:nvSpPr>
        <p:spPr>
          <a:xfrm>
            <a:off x="2984499" y="11395840"/>
            <a:ext cx="8623301" cy="68339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CE036E8-A953-D0CC-32D1-E39F127CEA72}"/>
              </a:ext>
            </a:extLst>
          </p:cNvPr>
          <p:cNvSpPr/>
          <p:nvPr/>
        </p:nvSpPr>
        <p:spPr>
          <a:xfrm>
            <a:off x="488951" y="10604608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CB21092-C91E-AE4F-8E05-FA1F215B2592}"/>
              </a:ext>
            </a:extLst>
          </p:cNvPr>
          <p:cNvSpPr/>
          <p:nvPr/>
        </p:nvSpPr>
        <p:spPr>
          <a:xfrm>
            <a:off x="2984499" y="10604608"/>
            <a:ext cx="8623301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8B31904D-40CA-55BD-6210-277A47C4B014}"/>
              </a:ext>
            </a:extLst>
          </p:cNvPr>
          <p:cNvSpPr txBox="1"/>
          <p:nvPr/>
        </p:nvSpPr>
        <p:spPr>
          <a:xfrm>
            <a:off x="520699" y="1073435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SELECTION: </a:t>
            </a:r>
            <a:endParaRPr lang="de-DE" sz="2000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D3A4D7E-D147-B7BC-A44B-60D0C59F0D13}"/>
              </a:ext>
            </a:extLst>
          </p:cNvPr>
          <p:cNvSpPr txBox="1"/>
          <p:nvPr/>
        </p:nvSpPr>
        <p:spPr>
          <a:xfrm>
            <a:off x="3048000" y="1073497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Quality-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transparent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e-DE" sz="2000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63C141D-D7A6-0B17-2E30-6663B0B061C3}"/>
              </a:ext>
            </a:extLst>
          </p:cNvPr>
          <p:cNvSpPr/>
          <p:nvPr/>
        </p:nvSpPr>
        <p:spPr>
          <a:xfrm>
            <a:off x="488949" y="11420328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0CFED78-67B1-B1BB-710E-8BAC8655C127}"/>
              </a:ext>
            </a:extLst>
          </p:cNvPr>
          <p:cNvSpPr txBox="1"/>
          <p:nvPr/>
        </p:nvSpPr>
        <p:spPr>
          <a:xfrm>
            <a:off x="520699" y="11557027"/>
            <a:ext cx="1064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FOCUS:                       Academic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international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95B030-3478-41F9-8A69-236F4BAD34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1" t="12907" r="4011" b="26966"/>
          <a:stretch/>
        </p:blipFill>
        <p:spPr>
          <a:xfrm>
            <a:off x="441325" y="249470"/>
            <a:ext cx="11166475" cy="4125692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F38A0C1C-D5AE-480E-A3BD-8909641226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63" y="1770794"/>
            <a:ext cx="2094992" cy="2615225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02899377-A66D-437F-9EE9-3E8534DB33D2}"/>
              </a:ext>
            </a:extLst>
          </p:cNvPr>
          <p:cNvSpPr/>
          <p:nvPr/>
        </p:nvSpPr>
        <p:spPr>
          <a:xfrm>
            <a:off x="2984498" y="12258834"/>
            <a:ext cx="8601073" cy="8420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A9DE5CD-87DB-40C0-99D3-CBC96F65B76F}"/>
              </a:ext>
            </a:extLst>
          </p:cNvPr>
          <p:cNvSpPr txBox="1"/>
          <p:nvPr/>
        </p:nvSpPr>
        <p:spPr>
          <a:xfrm>
            <a:off x="520699" y="124182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CONTACT:        msi.info@vgu.edu.vn         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7860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 44">
            <a:extLst>
              <a:ext uri="{FF2B5EF4-FFF2-40B4-BE49-F238E27FC236}">
                <a16:creationId xmlns:a16="http://schemas.microsoft.com/office/drawing/2014/main" id="{EC567F37-A66A-4D7A-9178-8D2B9DE5C916}"/>
              </a:ext>
            </a:extLst>
          </p:cNvPr>
          <p:cNvSpPr/>
          <p:nvPr/>
        </p:nvSpPr>
        <p:spPr>
          <a:xfrm>
            <a:off x="488950" y="12258834"/>
            <a:ext cx="2343148" cy="8420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7877A26-242E-B7D4-C5CF-A0DAFF3F73C7}"/>
              </a:ext>
            </a:extLst>
          </p:cNvPr>
          <p:cNvSpPr/>
          <p:nvPr/>
        </p:nvSpPr>
        <p:spPr>
          <a:xfrm>
            <a:off x="441326" y="4620324"/>
            <a:ext cx="11118850" cy="8420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660EEF2-5564-B30E-4B98-C3ABA6C00EA2}"/>
              </a:ext>
            </a:extLst>
          </p:cNvPr>
          <p:cNvSpPr/>
          <p:nvPr/>
        </p:nvSpPr>
        <p:spPr>
          <a:xfrm>
            <a:off x="488951" y="9829936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A3D1859-9E9E-FA4C-9FA3-1E143D0812CD}"/>
              </a:ext>
            </a:extLst>
          </p:cNvPr>
          <p:cNvSpPr/>
          <p:nvPr/>
        </p:nvSpPr>
        <p:spPr>
          <a:xfrm>
            <a:off x="488950" y="9063286"/>
            <a:ext cx="2343147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60EB2FC-C199-486E-CB6D-5513340AF190}"/>
              </a:ext>
            </a:extLst>
          </p:cNvPr>
          <p:cNvSpPr/>
          <p:nvPr/>
        </p:nvSpPr>
        <p:spPr>
          <a:xfrm>
            <a:off x="488951" y="8286604"/>
            <a:ext cx="2343146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42B8E50-E823-9CD9-F4C3-CC1866B80DE6}"/>
              </a:ext>
            </a:extLst>
          </p:cNvPr>
          <p:cNvSpPr txBox="1"/>
          <p:nvPr/>
        </p:nvSpPr>
        <p:spPr>
          <a:xfrm>
            <a:off x="441326" y="4801903"/>
            <a:ext cx="112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OPPORTUNITY AT VIETNAMESE-GERMAN UNIVERSITY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8948912-466D-2484-8D7C-1479CA6B6DC6}"/>
              </a:ext>
            </a:extLst>
          </p:cNvPr>
          <p:cNvSpPr txBox="1"/>
          <p:nvPr/>
        </p:nvSpPr>
        <p:spPr>
          <a:xfrm>
            <a:off x="488951" y="5619206"/>
            <a:ext cx="10674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This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scholarship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addresses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talented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vietnamese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students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with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an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outstanding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performance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of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Bachelor‘s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academic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records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.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It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is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designed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for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students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who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want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to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strengthen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academic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profile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,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deepen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scientific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skills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and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become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part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of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an international German-Vietnamese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academic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environment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within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their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study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de-DE" sz="2000" dirty="0" err="1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program</a:t>
            </a:r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 at VGU.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C5833F4-5F5E-803D-1803-11D68377E354}"/>
              </a:ext>
            </a:extLst>
          </p:cNvPr>
          <p:cNvSpPr/>
          <p:nvPr/>
        </p:nvSpPr>
        <p:spPr>
          <a:xfrm>
            <a:off x="488951" y="7224028"/>
            <a:ext cx="11118850" cy="8824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698E293-49D5-1FC0-79B8-6460546EDFB4}"/>
              </a:ext>
            </a:extLst>
          </p:cNvPr>
          <p:cNvSpPr txBox="1"/>
          <p:nvPr/>
        </p:nvSpPr>
        <p:spPr>
          <a:xfrm>
            <a:off x="584199" y="7403624"/>
            <a:ext cx="112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FACTS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6245982-B791-93F8-FCF8-8BDBD5B74D16}"/>
              </a:ext>
            </a:extLst>
          </p:cNvPr>
          <p:cNvSpPr/>
          <p:nvPr/>
        </p:nvSpPr>
        <p:spPr>
          <a:xfrm>
            <a:off x="2984499" y="8286036"/>
            <a:ext cx="8601073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730303F-50F1-3607-8940-F8F4F4C7F085}"/>
              </a:ext>
            </a:extLst>
          </p:cNvPr>
          <p:cNvSpPr/>
          <p:nvPr/>
        </p:nvSpPr>
        <p:spPr>
          <a:xfrm>
            <a:off x="2984500" y="9074347"/>
            <a:ext cx="8601072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DBA2F70-D45D-76DA-B87B-BE3719F83154}"/>
              </a:ext>
            </a:extLst>
          </p:cNvPr>
          <p:cNvSpPr txBox="1"/>
          <p:nvPr/>
        </p:nvSpPr>
        <p:spPr>
          <a:xfrm>
            <a:off x="536574" y="9210037"/>
            <a:ext cx="9755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DURATION:                4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semesters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100%-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coverage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semester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tuition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B75CA85-1830-D0DB-0C7F-D9243088FDF3}"/>
              </a:ext>
            </a:extLst>
          </p:cNvPr>
          <p:cNvSpPr txBox="1"/>
          <p:nvPr/>
        </p:nvSpPr>
        <p:spPr>
          <a:xfrm>
            <a:off x="552447" y="8434426"/>
            <a:ext cx="6521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                         On-site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scholarship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VGU 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406FCB5-4DC4-49EC-15CD-FC0347112FDE}"/>
              </a:ext>
            </a:extLst>
          </p:cNvPr>
          <p:cNvSpPr/>
          <p:nvPr/>
        </p:nvSpPr>
        <p:spPr>
          <a:xfrm>
            <a:off x="2984499" y="9829936"/>
            <a:ext cx="8623301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7BFA277-BD6D-7E07-9271-C7D89C2A2D8C}"/>
              </a:ext>
            </a:extLst>
          </p:cNvPr>
          <p:cNvSpPr txBox="1"/>
          <p:nvPr/>
        </p:nvSpPr>
        <p:spPr>
          <a:xfrm>
            <a:off x="488951" y="9959336"/>
            <a:ext cx="1067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GROUP:      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Motivated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outstanding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Bachelor‘s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27A20D4-0BF1-CCD2-EC42-513C72E288B3}"/>
              </a:ext>
            </a:extLst>
          </p:cNvPr>
          <p:cNvSpPr/>
          <p:nvPr/>
        </p:nvSpPr>
        <p:spPr>
          <a:xfrm>
            <a:off x="2984499" y="11395840"/>
            <a:ext cx="8623301" cy="68339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CE036E8-A953-D0CC-32D1-E39F127CEA72}"/>
              </a:ext>
            </a:extLst>
          </p:cNvPr>
          <p:cNvSpPr/>
          <p:nvPr/>
        </p:nvSpPr>
        <p:spPr>
          <a:xfrm>
            <a:off x="488951" y="10604608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CB21092-C91E-AE4F-8E05-FA1F215B2592}"/>
              </a:ext>
            </a:extLst>
          </p:cNvPr>
          <p:cNvSpPr/>
          <p:nvPr/>
        </p:nvSpPr>
        <p:spPr>
          <a:xfrm>
            <a:off x="2984499" y="10604608"/>
            <a:ext cx="8623301" cy="65891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8B31904D-40CA-55BD-6210-277A47C4B014}"/>
              </a:ext>
            </a:extLst>
          </p:cNvPr>
          <p:cNvSpPr txBox="1"/>
          <p:nvPr/>
        </p:nvSpPr>
        <p:spPr>
          <a:xfrm>
            <a:off x="520699" y="1073435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CRITERIA: </a:t>
            </a:r>
            <a:endParaRPr lang="de-DE" sz="2000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D3A4D7E-D147-B7BC-A44B-60D0C59F0D13}"/>
              </a:ext>
            </a:extLst>
          </p:cNvPr>
          <p:cNvSpPr txBox="1"/>
          <p:nvPr/>
        </p:nvSpPr>
        <p:spPr>
          <a:xfrm>
            <a:off x="3047999" y="10734971"/>
            <a:ext cx="8115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Entrance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examination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Bachelor‘s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GPA, interview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e-DE" sz="2000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63C141D-D7A6-0B17-2E30-6663B0B061C3}"/>
              </a:ext>
            </a:extLst>
          </p:cNvPr>
          <p:cNvSpPr/>
          <p:nvPr/>
        </p:nvSpPr>
        <p:spPr>
          <a:xfrm>
            <a:off x="488949" y="11420328"/>
            <a:ext cx="2343148" cy="65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0CFED78-67B1-B1BB-710E-8BAC8655C127}"/>
              </a:ext>
            </a:extLst>
          </p:cNvPr>
          <p:cNvSpPr txBox="1"/>
          <p:nvPr/>
        </p:nvSpPr>
        <p:spPr>
          <a:xfrm>
            <a:off x="520699" y="11557027"/>
            <a:ext cx="1064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FOCUS:                       Academic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orientation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international </a:t>
            </a:r>
            <a:r>
              <a:rPr lang="de-DE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02899377-A66D-437F-9EE9-3E8534DB33D2}"/>
              </a:ext>
            </a:extLst>
          </p:cNvPr>
          <p:cNvSpPr/>
          <p:nvPr/>
        </p:nvSpPr>
        <p:spPr>
          <a:xfrm>
            <a:off x="2984498" y="12258834"/>
            <a:ext cx="8601073" cy="8420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A9DE5CD-87DB-40C0-99D3-CBC96F65B76F}"/>
              </a:ext>
            </a:extLst>
          </p:cNvPr>
          <p:cNvSpPr txBox="1"/>
          <p:nvPr/>
        </p:nvSpPr>
        <p:spPr>
          <a:xfrm>
            <a:off x="520699" y="124182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         </a:t>
            </a:r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msi.info@vgu.edu.vn                     </a:t>
            </a:r>
            <a:endParaRPr lang="de-DE" sz="28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16A4F1C-15D1-4EBE-910A-911284C770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5" t="14775" r="5339" b="27609"/>
          <a:stretch/>
        </p:blipFill>
        <p:spPr>
          <a:xfrm>
            <a:off x="441324" y="247371"/>
            <a:ext cx="11214101" cy="404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86FE0DE0-0249-4DA3-A3F5-E8902A8617EC}"/>
              </a:ext>
            </a:extLst>
          </p:cNvPr>
          <p:cNvSpPr/>
          <p:nvPr/>
        </p:nvSpPr>
        <p:spPr>
          <a:xfrm>
            <a:off x="381964" y="4229522"/>
            <a:ext cx="11452985" cy="11640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1D548BF-DAB9-4A26-8ECE-A777E3F031A9}"/>
              </a:ext>
            </a:extLst>
          </p:cNvPr>
          <p:cNvSpPr txBox="1"/>
          <p:nvPr/>
        </p:nvSpPr>
        <p:spPr>
          <a:xfrm>
            <a:off x="422334" y="4334481"/>
            <a:ext cx="112140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TO KNOW THE LABORATORIES OF VGU IN THE FIELD OF MATERIALS SCIENCE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423983B-F65A-4D50-B6E1-B72F5DE24267}"/>
              </a:ext>
            </a:extLst>
          </p:cNvPr>
          <p:cNvSpPr/>
          <p:nvPr/>
        </p:nvSpPr>
        <p:spPr>
          <a:xfrm>
            <a:off x="343864" y="5635867"/>
            <a:ext cx="11489996" cy="373761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CB068AC-F00C-45F4-8EA4-4624F1123493}"/>
              </a:ext>
            </a:extLst>
          </p:cNvPr>
          <p:cNvSpPr txBox="1"/>
          <p:nvPr/>
        </p:nvSpPr>
        <p:spPr>
          <a:xfrm>
            <a:off x="552447" y="5925164"/>
            <a:ext cx="1108398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 A GUIDED TOUR THROUGH THE LABORATORIES OF MATERIALS SCIENCE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AB86C8E-DD90-48FA-9D48-3B07952D20CD}"/>
              </a:ext>
            </a:extLst>
          </p:cNvPr>
          <p:cNvSpPr txBox="1"/>
          <p:nvPr/>
        </p:nvSpPr>
        <p:spPr>
          <a:xfrm>
            <a:off x="552447" y="7164949"/>
            <a:ext cx="1108398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MORE ABOUT RESEARCH IN THE FIELD OF MATERIALS SCIENCE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BBCF9C2-657F-44F4-818F-D079DA9F6D26}"/>
              </a:ext>
            </a:extLst>
          </p:cNvPr>
          <p:cNvSpPr txBox="1"/>
          <p:nvPr/>
        </p:nvSpPr>
        <p:spPr>
          <a:xfrm>
            <a:off x="552447" y="8428657"/>
            <a:ext cx="11083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INTO CONTACT WITH SCIENTISTS OF MATERIALS SCIENCE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de-DE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B9BEF4-A6CF-43D7-BFCC-94689E31E16E}"/>
              </a:ext>
            </a:extLst>
          </p:cNvPr>
          <p:cNvSpPr/>
          <p:nvPr/>
        </p:nvSpPr>
        <p:spPr>
          <a:xfrm>
            <a:off x="404824" y="9640492"/>
            <a:ext cx="2231696" cy="86596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FB39660-FECF-48AC-AF8E-86790DDD202E}"/>
              </a:ext>
            </a:extLst>
          </p:cNvPr>
          <p:cNvSpPr txBox="1"/>
          <p:nvPr/>
        </p:nvSpPr>
        <p:spPr>
          <a:xfrm>
            <a:off x="487390" y="9808217"/>
            <a:ext cx="2002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WHEN?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AAFD041-44EE-43AF-8586-678FFA3AC45B}"/>
              </a:ext>
            </a:extLst>
          </p:cNvPr>
          <p:cNvSpPr/>
          <p:nvPr/>
        </p:nvSpPr>
        <p:spPr>
          <a:xfrm>
            <a:off x="412444" y="10674178"/>
            <a:ext cx="2231696" cy="86596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C27C199-1E05-458C-A9E8-58BE1C4F5E37}"/>
              </a:ext>
            </a:extLst>
          </p:cNvPr>
          <p:cNvSpPr txBox="1"/>
          <p:nvPr/>
        </p:nvSpPr>
        <p:spPr>
          <a:xfrm>
            <a:off x="506727" y="10845548"/>
            <a:ext cx="2002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WHERE?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94E1900-C69F-4F16-9FF1-3541051487DD}"/>
              </a:ext>
            </a:extLst>
          </p:cNvPr>
          <p:cNvSpPr/>
          <p:nvPr/>
        </p:nvSpPr>
        <p:spPr>
          <a:xfrm>
            <a:off x="2880360" y="11707864"/>
            <a:ext cx="8953500" cy="86596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C5BBC3C-7460-4C40-91E5-AC9F42040CAD}"/>
              </a:ext>
            </a:extLst>
          </p:cNvPr>
          <p:cNvSpPr txBox="1"/>
          <p:nvPr/>
        </p:nvSpPr>
        <p:spPr>
          <a:xfrm>
            <a:off x="552446" y="11879234"/>
            <a:ext cx="10895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REGISTER:     </a:t>
            </a: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msi.info@vgu.edu.vn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8D3C9EC-3172-4516-BCB2-B8587F0771F5}"/>
              </a:ext>
            </a:extLst>
          </p:cNvPr>
          <p:cNvSpPr/>
          <p:nvPr/>
        </p:nvSpPr>
        <p:spPr>
          <a:xfrm>
            <a:off x="2881324" y="9640492"/>
            <a:ext cx="8990636" cy="865961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16212B7-2033-4C7E-82AB-AB67993100C6}"/>
              </a:ext>
            </a:extLst>
          </p:cNvPr>
          <p:cNvSpPr/>
          <p:nvPr/>
        </p:nvSpPr>
        <p:spPr>
          <a:xfrm>
            <a:off x="2881324" y="10674177"/>
            <a:ext cx="8990636" cy="865961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DDE0E4A-0450-47ED-B999-A9F5858814DC}"/>
              </a:ext>
            </a:extLst>
          </p:cNvPr>
          <p:cNvSpPr txBox="1"/>
          <p:nvPr/>
        </p:nvSpPr>
        <p:spPr>
          <a:xfrm>
            <a:off x="3085277" y="9808217"/>
            <a:ext cx="4763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June 2026, 10:30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62BA338-0526-44C5-A1A2-74B041F48B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2" t="14020" r="8251" b="20314"/>
          <a:stretch/>
        </p:blipFill>
        <p:spPr>
          <a:xfrm>
            <a:off x="422334" y="362224"/>
            <a:ext cx="11411526" cy="3634771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377D7BD2-D15C-4BE5-BD47-E97CB44D0F59}"/>
              </a:ext>
            </a:extLst>
          </p:cNvPr>
          <p:cNvSpPr txBox="1"/>
          <p:nvPr/>
        </p:nvSpPr>
        <p:spPr>
          <a:xfrm>
            <a:off x="3085277" y="10849384"/>
            <a:ext cx="8551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VGU-Campus, Ben Cat, Ho-Chi-Minh-City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ED67AD1-0B61-4042-A408-35D743E03433}"/>
              </a:ext>
            </a:extLst>
          </p:cNvPr>
          <p:cNvSpPr/>
          <p:nvPr/>
        </p:nvSpPr>
        <p:spPr>
          <a:xfrm>
            <a:off x="422334" y="11707863"/>
            <a:ext cx="2231696" cy="86596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65D9ADB-A22F-4B81-812B-C1C5185C99C4}"/>
              </a:ext>
            </a:extLst>
          </p:cNvPr>
          <p:cNvSpPr txBox="1"/>
          <p:nvPr/>
        </p:nvSpPr>
        <p:spPr>
          <a:xfrm>
            <a:off x="519518" y="11874679"/>
            <a:ext cx="2002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403908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539</Words>
  <Application>Microsoft Office PowerPoint</Application>
  <PresentationFormat>Benutzerdefiniert</PresentationFormat>
  <Paragraphs>58</Paragraphs>
  <Slides>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Bahnschrift SemiBold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Otto-von-Guericke-Universitaet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Ulrich, Marc</dc:creator>
  <cp:lastModifiedBy>PC</cp:lastModifiedBy>
  <cp:revision>21</cp:revision>
  <dcterms:created xsi:type="dcterms:W3CDTF">2026-05-20T09:13:14Z</dcterms:created>
  <dcterms:modified xsi:type="dcterms:W3CDTF">2026-06-15T14:07:27Z</dcterms:modified>
</cp:coreProperties>
</file>